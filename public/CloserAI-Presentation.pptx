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closerai-app.vercel.app/free-tria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57200"/>
            <a:ext cx="457200" cy="457200"/>
          </a:xfrm>
          <a:prstGeom prst="rect">
            <a:avLst>
              <a:gd name="adj" fmla="val 16000"/>
            </a:avLst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34440" y="457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CloserAI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Your Website Could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Leads While You Sleep?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CloserAI — Your 24/7 AI Sales Agent for Real Estate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2563EB">
              <a:alpha val="4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6863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closerai-app.vercel.app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$50,000 Problem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 of leads go with the FIRST agent who responds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website gets visitors at 10pm, midnight, weekends...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Nobody's there to talk to them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leave. They find another agent. You lose the commission.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840480"/>
            <a:ext cx="7863840" cy="914400"/>
          </a:xfrm>
          <a:prstGeom prst="rect">
            <a:avLst/>
          </a:prstGeom>
          <a:solidFill>
            <a:srgbClr val="FEE2E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38404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lost commission per missed lead: </a:t>
            </a:r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$5,000 — $50,000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CloserAI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24/7 AI Sales Agent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7863840" cy="640080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64592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63040" y="164592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Responds instantly to every website visitor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7863840" cy="640080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242316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🌍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463040" y="242316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Speaks 50+ languages natively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3200400"/>
            <a:ext cx="7863840" cy="640080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320040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463040" y="320040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name, email, phone, budget automatically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3977640"/>
            <a:ext cx="7863840" cy="640080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397764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🔥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463040" y="397764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leads hot / warm / cold and sends alerts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5 Minutes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2560320" cy="2011680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37160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423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seconds. No credit card required.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74720" y="1188720"/>
            <a:ext cx="2560320" cy="2011680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1880" y="137160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361188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11880" y="2011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one line of code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11880" y="2423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any website platform.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1188720"/>
            <a:ext cx="2560320" cy="2011680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46520" y="137160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46520" y="2011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starts capturing leads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46520" y="2423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24/7, in 50+ languages, instantly.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3566160"/>
            <a:ext cx="7863840" cy="109728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611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397764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 src="closerai-app.vercel.app/widget.js" data-api-key="YOUR_KEY"&gt;&lt;/script&gt;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In Action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AI conversation with a website visitor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7863840" cy="3200400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71600"/>
            <a:ext cx="786384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417320"/>
            <a:ext cx="457200" cy="457200"/>
          </a:xfrm>
          <a:prstGeom prst="rect">
            <a:avLst/>
          </a:prstGeom>
          <a:solidFill>
            <a:srgbClr val="3B82F6">
              <a:alpha val="5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4173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6642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Sunshine Realty · Online now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4400" y="2194560"/>
            <a:ext cx="50292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05840" y="21945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Hi! I'm Sarah from Sunshine Realty. Looking to buy, sell, or just exploring?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74720" y="2880360"/>
            <a:ext cx="484632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28803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for a 3 bedroom house in Miami under 800k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3520440"/>
            <a:ext cx="68580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05840" y="3520440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taste! I have a beautiful 4-bed family home in Coral Gables at $725k with a heated pool. What's your name so I can send you the photos?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46634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live: closerai-app.vercel.app/demo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Specifically for Real Estate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325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AI Chat Agent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miss a visitor again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0" y="118872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325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474720" y="1783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Lead Capture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74720" y="21488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email, phone, budget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18872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1325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🏡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309360" y="1783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Matching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09360" y="21488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recommends your listings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292608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3063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🔥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40080" y="3520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Scoring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3886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/ Warm / Cold ranking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292608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474720" y="3063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🌍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3474720" y="3520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Languages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474720" y="3886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buyers welcome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09360" y="292608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309360" y="3063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309360" y="3520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5-Minute Setup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309360" y="3886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of code, done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CloserAI Compares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78638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554480"/>
                <a:gridCol w="1280160"/>
                <a:gridCol w="1371600"/>
                <a:gridCol w="20116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Starting Price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 Fee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Estate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CloserAI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$297/mo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Purpose-built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$500/mo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$2,500+/mo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(generic)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$2,500+/mo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(generic)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CloserAI: Better features, lower price, purpose-built for real estate.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Transparent Pricing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1887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$297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 Website Widget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1,000 Conversations/mo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Lead Capture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50+ Languages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Email Support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005840"/>
            <a:ext cx="2743200" cy="3749040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886200" y="777240"/>
            <a:ext cx="1645920" cy="36576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0" name="Text 8"/>
          <p:cNvSpPr/>
          <p:nvPr/>
        </p:nvSpPr>
        <p:spPr>
          <a:xfrm>
            <a:off x="3886200" y="7772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37560" y="11887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337560" y="16002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$597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337560" y="2103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20440" y="256032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 Website Widgets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3,000 Conversations/mo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Advanced Lead Scoring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Property Matching AI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CRM Integration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Priority Support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00584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17920" y="11887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217920" y="16002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$1,297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217920" y="2103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0" y="256032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Unlimited Widgets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10,000 Conversations/mo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White-Label Option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Custom AI Training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Dedicated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4800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setup fee  ·  14-day free trial  ·  Cancel anytime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 Is Simple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2560320" cy="2011680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173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closed deal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$5,000 — $50,000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commission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0" y="1280160"/>
            <a:ext cx="2560320" cy="2011680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14173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CloserAI Pro (annual)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0" y="18288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$5,970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474720" y="2514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year of 24/7 AI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1280160"/>
            <a:ext cx="2560320" cy="2011680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9360" y="14173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ROI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09360" y="18288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700%+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309360" y="2514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just ONE extra deal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7863840" cy="731520"/>
          </a:xfrm>
          <a:prstGeom prst="rect">
            <a:avLst/>
          </a:prstGeom>
          <a:solidFill>
            <a:srgbClr val="ECFDF5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8404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CloserAI pays for itself with your very first conversion.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Technology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1920240" cy="1463040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716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🤖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88920" y="1280160"/>
            <a:ext cx="1920240" cy="1463040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88920" y="13716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🚀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788920" y="19659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937760" y="1280160"/>
            <a:ext cx="1920240" cy="1463040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3716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🔒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937760" y="19659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086600" y="1280160"/>
            <a:ext cx="1920240" cy="1463040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086600" y="13716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🛡️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7086600" y="19659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200400"/>
            <a:ext cx="2560320" cy="731520"/>
          </a:xfrm>
          <a:prstGeom prst="rect">
            <a:avLst/>
          </a:prstGeom>
          <a:solidFill>
            <a:srgbClr val="ECFDF5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2004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30-day money-back guarantee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74720" y="3200400"/>
            <a:ext cx="2560320" cy="731520"/>
          </a:xfrm>
          <a:prstGeom prst="rect">
            <a:avLst/>
          </a:prstGeom>
          <a:solidFill>
            <a:srgbClr val="ECFDF5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0" y="32004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No contracts — cancel anytime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3200400"/>
            <a:ext cx="2560320" cy="731520"/>
          </a:xfrm>
          <a:prstGeom prst="rect">
            <a:avLst/>
          </a:prstGeom>
          <a:solidFill>
            <a:srgbClr val="ECFDF5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309360" y="32004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No credit card for free trial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144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Capturing Leads Today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14-Day Free Trial — No Credit Card Required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0" y="2743200"/>
            <a:ext cx="4572000" cy="731520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>
            <a:hlinkClick r:id="rId1" tooltip=""/>
          </p:cNvPr>
          <p:cNvSpPr/>
          <p:nvPr/>
        </p:nvSpPr>
        <p:spPr>
          <a:xfrm>
            <a:off x="2286000" y="27432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closerai-app.vercel.app/free-trial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6576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Email: AbdelrahmanAbdelati20@gmail.com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3891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time to start was yesterday. The second best time is now.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CloserAI - AI-Powered Real Estate Lead Conversion</dc:title>
  <dc:subject>PptxGenJS Presentation</dc:subject>
  <dc:creator>CloserAI</dc:creator>
  <cp:lastModifiedBy>CloserAI</cp:lastModifiedBy>
  <cp:revision>1</cp:revision>
  <dcterms:created xsi:type="dcterms:W3CDTF">2026-04-12T04:05:54Z</dcterms:created>
  <dcterms:modified xsi:type="dcterms:W3CDTF">2026-04-12T04:05:54Z</dcterms:modified>
</cp:coreProperties>
</file>